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3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/>
  <p:notesSz cx="6858000" cy="9144000"/>
  <p:defaultTextStyle>
    <a:defPPr/>
    <a:lvl1pPr marL="0" indent="0"/>
    <a:lvl2pPr marL="457200" indent="0"/>
    <a:lvl3pPr marL="914400" indent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 useTimings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izBarState="restored" vertBarState="restored">
    <p:restoredLeft sz="15620"/>
    <p:restoredTop sz="94660"/>
  </p:normalViewPr>
  <p:slideViewPr>
    <p:cSldViewPr snapToGrid="1" snapToObjects="1"/>
  </p:slideViewPr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Master" Target="slideMasters/slideMaster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heme" Target="theme/theme1.xml"/>
  <Relationship Id="rId17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Pextractor Master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algn="l"/>
    </p:titleStyle>
    <p:bodyStyle>
      <a:lvl1pPr marL="0" indent="0"/>
    </p:bodyStyle>
    <p:otherStyle>
      <a:defPPr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CPextractor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400" b="1">
                <a:solidFill>
                  <a:srgbClr val="0F172A"/>
                </a:solidFill>
                <a:latin typeface="Aptos"/>
                <a:ea typeface="Microsoft YaHei"/>
              </a:rPr>
              <a:t>从晶体塑性论文到可追溯、可检索、可复核的参数数据库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Extraction, Grounding, Committee, Confidence, Database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Evidence-grounded literature-to-database pipeline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0F766E"/>
                </a:solidFill>
                <a:latin typeface="Aptos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项目要解决的问题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晶体塑性参数散落在正文、表格、补充材料和引用文献里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科研复用不仅需要抽取数值，还需要单位归一、作用范围、来源与证据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手工整理难以规模化支撑数据库建设、检索与 RAG 问答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C2410C"/>
                </a:solidFill>
                <a:latin typeface="Aptos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CPextractor 总览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输入：Scopus 检索、DOI 列表、本地全文目录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解析：Elsevier XML 转为 sections、tables、references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抽取：两阶段 LLM，先选文件，再做 schema-constrained extraction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后处理：参数归一化、材料/相/作用范围绑定、evidence grounding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输出：parameter_claims、审查材料、PostgreSQL、向量检索与聊天问答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2563EB"/>
                </a:solidFill>
                <a:latin typeface="Aptos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端到端流水线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获取文献并建立本地全文资产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解析正文、表格和引用关系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抽取候选参数记录到 parameters.registry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进行确定性后处理与证据回链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运行 LLM committee 与 meta judge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融合规则分和 judge 分数，决定置信度、质量层级和是否入库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7C3AED"/>
                </a:solidFill>
                <a:latin typeface="Aptos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7C0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4D7C0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质量控制栈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Layer 1: Rule validation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Layer 2: Evidence grounding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Layer 3: Multi-agent LLM evaluation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Layer 4: Confidence fusion and quality tiering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低质量论文可以被 gate 掉，但完整审计痕迹仍然保留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4D7C0F"/>
                </a:solidFill>
                <a:latin typeface="Aptos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有没有 Rule-Based Judge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没有一个单独命名为 rule-based judge 的 agent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但有一层确定性规则校验，功能上相当于 rule-based QA / validator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典型检查：evidence 缺失、关键参数缺值、单位缺失、明显负值、scope 绑定不一致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规则结果形成 quality_checks 报告和 rule_score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这些结果会和 LLM committee 输出一起进入最终 confidence fusion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B91C1C"/>
                </a:solidFill>
                <a:latin typeface="Aptos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LLM Committee 怎么工作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Evidence judge：判断参数是否被当前证据支持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Normalization judge：检查 canonical mapping、unit、SI conversion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Consistency judge：检查跨参数、跨材料、binding、model scope 的一致性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Meta judge：综合 committee、rule report、evidence report，给出文档级 verdict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参数级三票先做 consensus，再做 policy adjustment，最后形成 review_required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0F766E"/>
                </a:solidFill>
                <a:latin typeface="Aptos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Rule + Committee 融合逻辑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参数级分数同时考虑 rule penalty、LLM audit score、基础证据质量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文档级分数融合 rule_score 与 overall_score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对低风险 table grounding 分歧放宽处罚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对实际上 SI 换算正确的误报做 suppress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输出 document confidence、parameter confidence、quality tier、review escalation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C2410C"/>
                </a:solidFill>
                <a:latin typeface="Aptos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数据模型与数据库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中间结构：parameters.registry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最小可信单元：parameter_claims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证据对象：evidence_objects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最终层级：materials -&gt; phases -&gt; conditions -&gt; models -&gt; claims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数据库包含结构化表、引用表、向量表和 evaluation tables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2563EB"/>
                </a:solidFill>
                <a:latin typeface="Aptos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评估与应用场景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Extraction correctness：字段、数值、单位、引用信息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Judge correctness：和 reviewed queue 对比，评估准确率与 calibration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Database utility：检索命中率、问答 grounding、分析任务成功率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应用方向：参数数据库、证据约束 RAG、材料与机制分析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7C3AED"/>
                </a:solidFill>
                <a:latin typeface="Aptos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7C0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4D7C0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推荐演示路线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选一篇 DOI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展示 parse 后的 sections / tables / references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展示 extractor 输出与 postprocess 结果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展示 evidence grounding、committee audit、confidence fusion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展示最终入库、检索与聊天问答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4D7C0F"/>
                </a:solidFill>
                <a:latin typeface="Aptos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 Accent"/>
          <p:cNvSpPr/>
          <p:nvPr/>
        </p:nvSpPr>
        <p:spPr>
          <a:xfrm>
            <a:off x="548640" y="1188720"/>
            <a:ext cx="114300" cy="4114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22960" y="7315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>
                <a:solidFill>
                  <a:srgbClr val="111827"/>
                </a:solidFill>
                <a:latin typeface="Aptos Display"/>
                <a:ea typeface="Microsoft YaHei"/>
              </a:rPr>
              <a:t>收尾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257300" y="1554480"/>
            <a:ext cx="1016004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CPextractor 不是单一抽取器，而是一条 evidence-grounded curation pipeline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核心价值是把抽取、规范化、审计、置信度建模和数据库落地放进同一系统</a:t>
            </a:r>
          </a:p>
          <a:p>
            <a:pPr lvl="0" marL="0" indent="0">
              <a:buChar char="•"/>
            </a:pPr>
            <a:r>
              <a:rPr lang="zh-CN" sz="2200" b="0">
                <a:solidFill>
                  <a:srgbClr val="1F2937"/>
                </a:solidFill>
                <a:latin typeface="Aptos"/>
                <a:ea typeface="Microsoft YaHei"/>
              </a:rPr>
              <a:t>适合两个论文方向：scientific IE + evidence-grounded database system</a:t>
            </a:r>
          </a:p>
          <a:endParaRPr lang="zh-CN" sz="2000"/>
        </p:txBody>
      </p:sp>
      <p:sp>
        <p:nvSpPr>
          <p:cNvPr id="6" name="Footer"/>
          <p:cNvSpPr txBox="1"/>
          <p:nvPr/>
        </p:nvSpPr>
        <p:spPr>
          <a:xfrm>
            <a:off x="822960" y="6172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00">
                <a:solidFill>
                  <a:srgbClr val="475569"/>
                </a:solidFill>
                <a:latin typeface="Aptos"/>
                <a:ea typeface="Microsoft YaHei"/>
              </a:rPr>
              <a:t>CPextractor project presentation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16640" y="61722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400" b="1">
                <a:solidFill>
                  <a:srgbClr val="B91C1C"/>
                </a:solidFill>
                <a:latin typeface="Aptos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extractor Theme">
  <a:themeElements>
    <a:clrScheme name="CPextractor Colors">
      <a:dk1>
        <a:srgbClr val="111827"/>
      </a:dk1>
      <a:lt1>
        <a:srgbClr val="F7F7F5"/>
      </a:lt1>
      <a:dk2>
        <a:srgbClr val="1F2937"/>
      </a:dk2>
      <a:lt2>
        <a:srgbClr val="FFFDF8"/>
      </a:lt2>
      <a:accent1>
        <a:srgbClr val="0F766E"/>
      </a:accent1>
      <a:accent2>
        <a:srgbClr val="C2410C"/>
      </a:accent2>
      <a:accent3>
        <a:srgbClr val="2563EB"/>
      </a:accent3>
      <a:accent4>
        <a:srgbClr val="7C3AED"/>
      </a:accent4>
      <a:accent5>
        <a:srgbClr val="4D7C0F"/>
      </a:accent5>
      <a:accent6>
        <a:srgbClr val="B91C1C"/>
      </a:accent6>
      <a:hlink>
        <a:srgbClr val="2563EB"/>
      </a:hlink>
      <a:folHlink>
        <a:srgbClr val="7C3AED"/>
      </a:folHlink>
    </a:clrScheme>
    <a:fontScheme name="CPextractor Fonts">
      <a:majorFont>
        <a:latin typeface="Aptos Display"/>
        <a:ea typeface="Microsoft YaHei"/>
        <a:cs typeface="Arial"/>
      </a:majorFont>
      <a:minorFont>
        <a:latin typeface="Aptos"/>
        <a:ea typeface="Microsoft YaHei"/>
        <a:cs typeface="Arial"/>
      </a:minorFont>
    </a:fontScheme>
    <a:fmtScheme name="CPextractor Formats">
      <a:fillStyleLst>
        <a:solidFill>
          <a:schemeClr val="lt1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rgbClr val="F5F1E8"/>
        </a:solidFill>
        <a:solidFill>
          <a:srgbClr val="E6FFFB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OpenAI 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CPextractor Project Overview</dc:title>
  <dc:creator>OpenAI Codex</dc:creator>
  <cp:lastModifiedBy>OpenAI Codex</cp:lastModifiedBy>
  <dcterms:created xsi:type="dcterms:W3CDTF">2026-04-09T00:00:00Z</dcterms:created>
  <dcterms:modified xsi:type="dcterms:W3CDTF">2026-04-09T00:00:00Z</dcterms:modified>
</cp:coreProperties>
</file>